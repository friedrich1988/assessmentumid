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BrandA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at 2026-04-07 12:06 UTC</a:t>
            </a:r>
          </a:p>
          <a:p>
            <a:r>
              <a:t>Data source: local certified MVP data products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Reporting period: 2025-12</a:t>
            </a:r>
          </a:p>
          <a:p>
            <a:r>
              <a:t>Sales total: 401,200</a:t>
            </a:r>
          </a:p>
          <a:p>
            <a:r>
              <a:t>Sales growth: 2.4%</a:t>
            </a:r>
          </a:p>
          <a:p>
            <a:r>
              <a:t>Conversion rate: 13.2%</a:t>
            </a:r>
          </a:p>
          <a:p>
            <a:r>
              <a:t>Market share: 23.4%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Product: ProductA1</a:t>
            </a:r>
          </a:p>
          <a:p>
            <a:r>
              <a:t>Forecast EoM: 258,418</a:t>
            </a:r>
          </a:p>
          <a:p>
            <a:r>
              <a:t>Forecast tercial / next quarter total: 796,302</a:t>
            </a:r>
          </a:p>
          <a:p>
            <a:r>
              <a:t>2026-01: 258,418 (CI 258,418 - 258,418)</a:t>
            </a:r>
          </a:p>
          <a:p>
            <a:r>
              <a:t>2026-02: 265,409 (CI 265,409 - 265,409)</a:t>
            </a:r>
          </a:p>
          <a:p>
            <a:r>
              <a:t>2026-03: 272,474 (CI 272,474 - 272,474)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market size: 1,713,600</a:t>
            </a:r>
          </a:p>
          <a:p>
            <a:r>
              <a:t>Market size growth vs. first month: 12.7%</a:t>
            </a:r>
          </a:p>
          <a:p>
            <a:r>
              <a:t>Latest market growth input: 2.1%</a:t>
            </a:r>
          </a:p>
          <a:p>
            <a:r>
              <a:t>Narrative: Market continues to expand and supports sustained sales growth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